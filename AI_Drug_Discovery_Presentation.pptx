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Drug Discovery: Problems and Prospects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in predictive modeling and virtual screening for acetylcholinesterase inhibition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Abu Sadat Soash, Sajib Mia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Genetic Engineering and Biotechnology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Shahjalal University of Science and Technology, Sylhet, Bangladesh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question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now touches every stage of discovery, from target identification to trial design.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2026 Nature Reviews Drug Discovery perspective finds clinical impact still limited after a decade of investment.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 surfaced in our own work: the cost of data curation, and telling rediscovery from novelty.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resources such as ChEMBL and COCONUT make large-scale screening possible outside industry.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11887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126480" y="13258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acetylcholinesterase (AChE), the target of every approved symptomatic Alzheimer's therapy.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08760" cy="210312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37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7,826 raw IC50 records for CHEMBL220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1508760" cy="210312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9659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6,268 unique compounds, median pIC50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1371600"/>
            <a:ext cx="1508760" cy="210312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9659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1024-bit Morgan fingerprints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1508760" cy="210312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9659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y-randomization, Gini bit mapping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1508760" cy="210312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19659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738,823 COCONUT natural products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chosen for data fit at this scale, direct interpretability, and to spend effort on validation rather than architecture. Docking is left as a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curation took most of the effort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IC50 relations in nM only; pIC50 computed per record.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assays per compound collapsed by the median in log space.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compounds had pIC50 above 11.8. 17 came from one assay, a likely unit-parsing artifact, and were removed.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0972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89320" y="1143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1430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(pIC50 &gt; 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22402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89320" y="2286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2860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(pIC50 &lt; 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3832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89320" y="3429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4290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intermediate, excluded from classifier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performance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(pIC50)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0.72, RMSE 0.74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0.966, accuracy 91.3%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3-fold CV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0.69 ± 0.03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0.960 ± 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Y-randomization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-0.19 ± 0.02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0.50 ± 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06040"/>
            <a:ext cx="2194560" cy="2194560"/>
          </a:xfrm>
          <a:prstGeom prst="rect">
            <a:avLst/>
          </a:prstGeom>
        </p:spPr>
      </p:pic>
      <p:pic>
        <p:nvPicPr>
          <p:cNvPr id="6" name="Image 1" descr="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0604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and interpretation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" name="Image 0" descr="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754880" cy="1947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200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labels drop performance to chance, which rules out leakage.</a:t>
            </a:r>
            <a:endParaRPr lang="en-US" sz="1400" dirty="0"/>
          </a:p>
        </p:txBody>
      </p:sp>
      <p:pic>
        <p:nvPicPr>
          <p:cNvPr id="6" name="Image 1" descr="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200400" cy="21305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fingerprint bit is the O-C(=O)-NH carbamate group found in physostigmine, rivastigmine and neostigmine.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screening of COCONUT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931920" cy="3090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188,855 compounds (25.6%) predicted active; 46.1% inside the applicability domain.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Huperzine A predicted at pIC50 6.82, inside its reported range. Galantamine scored borderline (P = 0.57).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hits with similarity 1.0 were donepezil, tacrine and the physostigmine family. These are duplicates of training data.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0.30 to 0.95 surfaced diazaspirononanones from the irbesartan intermediate, an AChE chemotype reported in prior assays.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next steps,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or temporal test set.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Tanimoto is a simple domain measure.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algorithm and one fingerprint.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hit tested experimentally.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6304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against a resolved AChE structure, then molecular dynamics.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Candidates: irbesartan, the non-duplicate diazaspiro analogue, two coumarin-carbamate hybrids.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Ellman assay for confirmation.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drug discovery is useful but demands rigor. The model found real signal, and it re-derived known leads rather than discovering new ones.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2026-09-28T10:51:32Z</dcterms:created>
  <dcterms:modified xsi:type="dcterms:W3CDTF">2026-09-28T10:51:32Z</dcterms:modified>
</cp:coreProperties>
</file>